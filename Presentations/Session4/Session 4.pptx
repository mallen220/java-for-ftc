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66" r:id="rId4"/>
    <p:sldId id="271" r:id="rId5"/>
    <p:sldId id="349" r:id="rId6"/>
    <p:sldId id="347" r:id="rId7"/>
    <p:sldId id="348" r:id="rId8"/>
    <p:sldId id="351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63" r:id="rId17"/>
    <p:sldId id="350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60" r:id="rId26"/>
    <p:sldId id="359" r:id="rId27"/>
    <p:sldId id="361" r:id="rId28"/>
    <p:sldId id="3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28"/>
    <p:restoredTop sz="94633"/>
  </p:normalViewPr>
  <p:slideViewPr>
    <p:cSldViewPr snapToGrid="0">
      <p:cViewPr varScale="1">
        <p:scale>
          <a:sx n="111" d="100"/>
          <a:sy n="111" d="100"/>
        </p:scale>
        <p:origin x="24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5F4CB-0278-9F44-B9E9-81B157B7B4ED}" type="datetimeFigureOut">
              <a:rPr lang="en-US" smtClean="0"/>
              <a:t>4/30/25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A2F56-73F2-E24D-8920-A1C8445030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6855-3990-4A92-9C26-81DFE04F3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05939-BF58-B59D-AD9C-1BA816C30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6FED1-8268-3F30-393C-4E53F654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EC2F-9E6E-F946-9C69-3B6C525DE0FF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A34BD-529A-0DA1-56FC-492BA4E9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6A6E7-4C78-BA15-769D-ED1A85EB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4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2CA0-ABDD-CF92-F5BF-E973231D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673C7-65BF-2074-7DDD-D9FFF5B74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43E3A-7086-FAE4-5C2A-C3B8AB62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1ACD-34BE-AA4B-ACD5-1672EC57E1D8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86422-1D0C-3019-444F-FF708E25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DEE60-0E53-C7BA-BA9A-152966C4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2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E490-2670-1C39-44A8-BE94171E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05B6C-337C-B060-9D27-4E747BDF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8E39-EFB5-4954-7735-FB9CAFC9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C0ED-5257-9E4A-BFF2-C26014F0D24E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9E57D-0FFE-3A63-75C0-8E3283E3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CFE24-0F60-B520-D9A6-BD90B30F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12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381E-0DF0-BAFC-4E8F-3E06BEEF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8B88-8633-880F-E3F5-3DBB4563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F9402-D36B-D067-A431-24F497DDC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3CF6A-2D73-5F8E-2752-0241096A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DCC0-8B6E-614A-B76F-8D957F932626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50B20-8CEE-FD3B-96C8-2DC67F56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A6B1-107C-B592-C23F-36EFD027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9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51A1-905A-DA37-904E-F5D4F0CC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65CD2-620F-587F-FA66-41ED128C6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DD9F2-0F6A-0452-CE44-CDF44D2C0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D8C24-9E79-220F-D0A0-9EA1B0A5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97047-9C91-207D-E663-A12504676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D0527-8637-84C2-CDE4-20CCCDAD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9748-401C-2B47-9454-7456364B524B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614B9-7D20-871F-F96C-35391A47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5186E-2AB7-324E-AE3F-246B4085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72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36B9-7C5B-0D2E-AE05-8DB94BED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9B2AF-0DC0-BEFF-81B6-65B58CDC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B9D1-482C-EA49-B7D7-44D33DABA1A1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61D39-E8B6-11B1-862F-AF7DA936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FBCC1-4729-1C07-9C49-221D7AF7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71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D9141-6F36-CF8E-0FBE-E4356B42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02CE-140F-F448-9043-77595DF7D7FF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7328D-A985-46EF-1C0E-67FFACAB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C4240-2307-437D-BC9B-4D05299B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44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E0AA-133E-2A18-B91F-2BA50145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A981-AE7A-96AD-B9D6-D818CDE40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5D0C3-A75E-41B4-1F6A-C3CD08B84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96029-3CED-1F0A-CC2E-0FB7853D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667F-83E4-E949-9982-2F5B12D86D09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7D9E8-B6FD-EB01-DC5C-A2A61177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CDE32-B248-77E7-C340-04E435C4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5ACF-E119-E2EF-5AF9-E7C562B7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2C2F4-7E9A-F55D-236C-4D2C1131F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23E8F-AA6F-EF64-5389-597CA5E8A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B7ADB-F4FB-6287-993E-B65CD447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F7725-F5B9-6D4D-BEC8-D188841C7AE7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D06DE-1C1E-5CFF-A4EA-98CB0AF6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E1D51-A940-A713-9688-5BB49C21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1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9A71-50C1-5649-961C-F9F547ED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05845-273F-A518-F262-8BA695932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015FA-36C3-1CD7-B9E3-F92C9D43A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CBD-DC20-A943-8218-3EA4090BEF4D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C4C9-8269-4479-62AC-3E8FA8E2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9211E-A92D-6C0E-6531-17519E76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2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FE97D-14EC-9436-994D-28A57585A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3B45B-E480-2271-5B88-89438E605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A106-0EF8-4F5A-3E5B-C20DA3AF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7FB8-6074-7D45-BE7B-175B0DF567DF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4818A-10D7-4AB5-B02A-A16D62CC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D94B8-8E49-435B-6BF0-C40859F2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2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9BEBD-4DE9-EF3C-53A2-D8CC9D33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BEFF1-75A7-57D9-3B95-11252BC0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6AF33-0EDE-C447-2C60-9EE577496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293C7-F963-2547-AE4C-B4B31A8C0419}" type="datetime1">
              <a:rPr lang="en-US" smtClean="0"/>
              <a:t>4/30/25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10DFE-C85D-2A86-EA42-33AE96001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6072-AD0F-F335-7B50-BBDCA42FB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C6241-0FFB-0A47-90CD-D7CEEB6F00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14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FB11-C0B3-28C9-4732-2B7FD399D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for FTC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708E2-47EC-D5E9-BE11-8EC596E04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4: Subsystems!!!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2AE80-2BCC-84C5-063E-CE8708D9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4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40AE-5C2B-C142-AF43-18B6122B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57BF1-97C7-8966-417B-45DB1A3E1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Servos – Claw</a:t>
            </a:r>
          </a:p>
          <a:p>
            <a:r>
              <a:rPr lang="en-US" dirty="0"/>
              <a:t>Making a good gamepad configuration</a:t>
            </a:r>
          </a:p>
          <a:p>
            <a:r>
              <a:rPr lang="en-US" dirty="0"/>
              <a:t>Elevator</a:t>
            </a:r>
          </a:p>
          <a:p>
            <a:r>
              <a:rPr lang="en-US" dirty="0"/>
              <a:t>Starting the grand reprogram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E3155-D779-93CA-0B3E-22DE5FA0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7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255F-8A1C-74B9-03DE-1CC30E929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Tell me what you know what you really really know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6B954-EB4A-300F-8B3C-2B99A9AA0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0673"/>
          </a:xfrm>
        </p:spPr>
        <p:txBody>
          <a:bodyPr/>
          <a:lstStyle/>
          <a:p>
            <a:r>
              <a:rPr lang="en-US" dirty="0"/>
              <a:t>I’ll tell you what I know what I really really know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4707F-0F75-9F2E-1F60-9181D759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8CB63-DB2E-6B69-7B87-0A72EDD18B4B}"/>
              </a:ext>
            </a:extLst>
          </p:cNvPr>
          <p:cNvSpPr txBox="1"/>
          <p:nvPr/>
        </p:nvSpPr>
        <p:spPr>
          <a:xfrm>
            <a:off x="2432206" y="4144786"/>
            <a:ext cx="7327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 </a:t>
            </a:r>
            <a:r>
              <a:rPr lang="en-US" sz="1400" dirty="0" err="1"/>
              <a:t>knowa</a:t>
            </a:r>
            <a:r>
              <a:rPr lang="en-US" sz="1400" dirty="0"/>
              <a:t>, (ha) I </a:t>
            </a:r>
            <a:r>
              <a:rPr lang="en-US" sz="1400" dirty="0" err="1"/>
              <a:t>knowa</a:t>
            </a:r>
            <a:r>
              <a:rPr lang="en-US" sz="1400" dirty="0"/>
              <a:t>, (ha) I </a:t>
            </a:r>
            <a:r>
              <a:rPr lang="en-US" sz="1400" dirty="0" err="1"/>
              <a:t>knowa</a:t>
            </a:r>
            <a:r>
              <a:rPr lang="en-US" sz="1400" dirty="0"/>
              <a:t>, (ha) I </a:t>
            </a:r>
            <a:r>
              <a:rPr lang="en-US" sz="1400" dirty="0" err="1"/>
              <a:t>knowa</a:t>
            </a:r>
            <a:r>
              <a:rPr lang="en-US" sz="1400" dirty="0"/>
              <a:t>, (ha)</a:t>
            </a:r>
            <a:br>
              <a:rPr lang="en-US" sz="1400" dirty="0"/>
            </a:br>
            <a:r>
              <a:rPr lang="en-US" sz="1400" dirty="0"/>
              <a:t>I </a:t>
            </a:r>
            <a:r>
              <a:rPr lang="en-US" sz="1400" dirty="0" err="1"/>
              <a:t>knowa</a:t>
            </a:r>
            <a:r>
              <a:rPr lang="en-US" sz="1400" dirty="0"/>
              <a:t> really, really, really </a:t>
            </a:r>
            <a:r>
              <a:rPr lang="en-US" sz="1400" dirty="0" err="1"/>
              <a:t>knowa</a:t>
            </a:r>
            <a:r>
              <a:rPr lang="en-US" sz="1400" dirty="0"/>
              <a:t> </a:t>
            </a:r>
            <a:r>
              <a:rPr lang="en-US" sz="1400" dirty="0" err="1"/>
              <a:t>zigazig</a:t>
            </a:r>
            <a:r>
              <a:rPr lang="en-US" sz="1400" dirty="0"/>
              <a:t> ah </a:t>
            </a:r>
          </a:p>
        </p:txBody>
      </p:sp>
    </p:spTree>
    <p:extLst>
      <p:ext uri="{BB962C8B-B14F-4D97-AF65-F5344CB8AC3E}">
        <p14:creationId xmlns:p14="http://schemas.microsoft.com/office/powerpoint/2010/main" val="40279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2D46-A9F1-6986-D861-DF88B2E1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E7FE-2611-A89E-C64B-A508CC1C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0731"/>
            <a:ext cx="10515600" cy="1325563"/>
          </a:xfrm>
        </p:spPr>
        <p:txBody>
          <a:bodyPr/>
          <a:lstStyle/>
          <a:p>
            <a:r>
              <a:rPr lang="en-US" dirty="0"/>
              <a:t>Tell me what you know: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41DCC-8E6A-D8A7-EAD0-6C8815D7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2FD20-6E7E-2A50-002B-4A88B09B4D2A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Telling me what you know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ACCCE-F774-3EC1-8619-C45568D552E9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7F71EE-7F56-630D-CDF5-3D85550F3080}"/>
              </a:ext>
            </a:extLst>
          </p:cNvPr>
          <p:cNvSpPr txBox="1"/>
          <p:nvPr/>
        </p:nvSpPr>
        <p:spPr>
          <a:xfrm>
            <a:off x="1" y="770205"/>
            <a:ext cx="6096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Multiple Choice (Select the best answer)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is the function of the </a:t>
            </a:r>
            <a:r>
              <a:rPr lang="en-US" dirty="0" err="1"/>
              <a:t>init</a:t>
            </a:r>
            <a:r>
              <a:rPr lang="en-US" dirty="0"/>
              <a:t>() method in an FTC OpMode?</a:t>
            </a:r>
            <a:br>
              <a:rPr lang="en-US" dirty="0"/>
            </a:br>
            <a:r>
              <a:rPr lang="en-US" dirty="0"/>
              <a:t>A) It sends telemetry data continuously</a:t>
            </a:r>
            <a:br>
              <a:rPr lang="en-US" dirty="0"/>
            </a:br>
            <a:r>
              <a:rPr lang="en-US" dirty="0"/>
              <a:t>B) It initializes hardware once</a:t>
            </a:r>
            <a:br>
              <a:rPr lang="en-US" dirty="0"/>
            </a:br>
            <a:r>
              <a:rPr lang="en-US" dirty="0"/>
              <a:t>C) It controls the loop frequency</a:t>
            </a:r>
            <a:br>
              <a:rPr lang="en-US" dirty="0"/>
            </a:br>
            <a:r>
              <a:rPr lang="en-US" dirty="0"/>
              <a:t>D) It defines robot motor behavior during autonomous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Which of the following is </a:t>
            </a:r>
            <a:r>
              <a:rPr lang="en-US" b="1" dirty="0"/>
              <a:t>not</a:t>
            </a:r>
            <a:r>
              <a:rPr lang="en-US" dirty="0"/>
              <a:t> a primitive data type in Java?</a:t>
            </a:r>
            <a:br>
              <a:rPr lang="en-US" dirty="0"/>
            </a:br>
            <a:r>
              <a:rPr lang="en-US" dirty="0"/>
              <a:t>A) int</a:t>
            </a:r>
            <a:br>
              <a:rPr lang="en-US" dirty="0"/>
            </a:br>
            <a:r>
              <a:rPr lang="en-US" dirty="0"/>
              <a:t>B) double</a:t>
            </a:r>
            <a:br>
              <a:rPr lang="en-US" dirty="0"/>
            </a:br>
            <a:r>
              <a:rPr lang="en-US" dirty="0"/>
              <a:t>C) String</a:t>
            </a:r>
            <a:br>
              <a:rPr lang="en-US" dirty="0"/>
            </a:br>
            <a:r>
              <a:rPr lang="en-US" dirty="0"/>
              <a:t>D) </a:t>
            </a:r>
            <a:r>
              <a:rPr lang="en-US" dirty="0" err="1"/>
              <a:t>boolean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value will be stored in int result = 7 / 2;?</a:t>
            </a:r>
            <a:br>
              <a:rPr lang="en-US" dirty="0"/>
            </a:br>
            <a:r>
              <a:rPr lang="en-US" dirty="0"/>
              <a:t>A) 3.5</a:t>
            </a:r>
            <a:br>
              <a:rPr lang="en-US" dirty="0"/>
            </a:br>
            <a:r>
              <a:rPr lang="en-US" dirty="0"/>
              <a:t>B) 4</a:t>
            </a:r>
            <a:br>
              <a:rPr lang="en-US" dirty="0"/>
            </a:br>
            <a:r>
              <a:rPr lang="en-US" dirty="0"/>
              <a:t>C) 3</a:t>
            </a:r>
            <a:br>
              <a:rPr lang="en-US" dirty="0"/>
            </a:br>
            <a:r>
              <a:rPr lang="en-US" dirty="0"/>
              <a:t>D) 2.5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7158D-F0B0-E8E4-11BE-FEDA9C7D2E4B}"/>
              </a:ext>
            </a:extLst>
          </p:cNvPr>
          <p:cNvSpPr txBox="1"/>
          <p:nvPr/>
        </p:nvSpPr>
        <p:spPr>
          <a:xfrm>
            <a:off x="6095999" y="136525"/>
            <a:ext cx="6096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In FTC programming, which of the following gamepad elements returns a double value?</a:t>
            </a:r>
            <a:br>
              <a:rPr lang="en-US" dirty="0"/>
            </a:br>
            <a:r>
              <a:rPr lang="en-US" dirty="0"/>
              <a:t>A) gamepad1.a</a:t>
            </a:r>
            <a:br>
              <a:rPr lang="en-US" dirty="0"/>
            </a:br>
            <a:r>
              <a:rPr lang="en-US" dirty="0"/>
              <a:t>B) gamepad1.b</a:t>
            </a:r>
            <a:br>
              <a:rPr lang="en-US" dirty="0"/>
            </a:br>
            <a:r>
              <a:rPr lang="en-US" dirty="0"/>
              <a:t>C) gamepad1.left_stick_y</a:t>
            </a:r>
            <a:br>
              <a:rPr lang="en-US" dirty="0"/>
            </a:br>
            <a:r>
              <a:rPr lang="en-US" dirty="0"/>
              <a:t>D) gamepad1.dpad_left</a:t>
            </a:r>
          </a:p>
          <a:p>
            <a:pPr marL="342900" indent="-342900">
              <a:buFont typeface="+mj-lt"/>
              <a:buAutoNum type="arabicPeriod" startAt="4"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What is the purpose of using @Override in your OpMode code?</a:t>
            </a:r>
            <a:br>
              <a:rPr lang="en-US" dirty="0"/>
            </a:br>
            <a:r>
              <a:rPr lang="en-US" dirty="0"/>
              <a:t>A) It allows loop to run twice as fast</a:t>
            </a:r>
            <a:br>
              <a:rPr lang="en-US" dirty="0"/>
            </a:br>
            <a:r>
              <a:rPr lang="en-US" dirty="0"/>
              <a:t>B) It disables methods</a:t>
            </a:r>
            <a:br>
              <a:rPr lang="en-US" dirty="0"/>
            </a:br>
            <a:r>
              <a:rPr lang="en-US" dirty="0"/>
              <a:t>C) It informs the compiler you are replacing a superclass method</a:t>
            </a:r>
            <a:br>
              <a:rPr lang="en-US" dirty="0"/>
            </a:br>
            <a:r>
              <a:rPr lang="en-US" dirty="0"/>
              <a:t>D) It initializes all variables, overriding class variables</a:t>
            </a:r>
          </a:p>
          <a:p>
            <a:pPr marL="342900" indent="-342900">
              <a:buFont typeface="+mj-lt"/>
              <a:buAutoNum type="arabicPeriod" startAt="4"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When configuring motor control, why is it </a:t>
            </a:r>
            <a:r>
              <a:rPr lang="en-US" b="1" dirty="0"/>
              <a:t>not</a:t>
            </a:r>
            <a:r>
              <a:rPr lang="en-US" dirty="0"/>
              <a:t> ideal set motor properties directly inside the loop() method?</a:t>
            </a:r>
            <a:br>
              <a:rPr lang="en-US" dirty="0"/>
            </a:br>
            <a:r>
              <a:rPr lang="en-US" dirty="0"/>
              <a:t>A) It slows the robot down</a:t>
            </a:r>
            <a:br>
              <a:rPr lang="en-US" dirty="0"/>
            </a:br>
            <a:r>
              <a:rPr lang="en-US" dirty="0"/>
              <a:t>B) It violates encapsulation principles and is less reusable</a:t>
            </a:r>
            <a:br>
              <a:rPr lang="en-US" dirty="0"/>
            </a:br>
            <a:r>
              <a:rPr lang="en-US" dirty="0"/>
              <a:t>C) It disables telemetry</a:t>
            </a:r>
            <a:br>
              <a:rPr lang="en-US" dirty="0"/>
            </a:br>
            <a:r>
              <a:rPr lang="en-US" dirty="0"/>
              <a:t>D) It's required by the SDK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3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4A75-FD9B-0515-9F10-16DF160E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7A97-7AA8-DB2A-45BD-4CDF89C57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0731"/>
            <a:ext cx="10515600" cy="1325563"/>
          </a:xfrm>
        </p:spPr>
        <p:txBody>
          <a:bodyPr/>
          <a:lstStyle/>
          <a:p>
            <a:r>
              <a:rPr lang="en-US" dirty="0"/>
              <a:t>Tell me what you know: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9D5C5-C298-0F09-2FCB-2E1D2D43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496A0-F8C4-FEBF-45F9-48D8DBB54E1A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Telling me what you know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BA252A-88B9-C92C-28DE-EB27291E68FC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4BF256-50D2-CDA6-1DD2-54A801956BFE}"/>
              </a:ext>
            </a:extLst>
          </p:cNvPr>
          <p:cNvSpPr txBox="1"/>
          <p:nvPr/>
        </p:nvSpPr>
        <p:spPr>
          <a:xfrm>
            <a:off x="1" y="770205"/>
            <a:ext cx="6096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Multiple Choice (Select the best answer)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is the function of the </a:t>
            </a:r>
            <a:r>
              <a:rPr lang="en-US" dirty="0" err="1"/>
              <a:t>init</a:t>
            </a:r>
            <a:r>
              <a:rPr lang="en-US" dirty="0"/>
              <a:t>() method in an FTC OpMode?</a:t>
            </a:r>
            <a:br>
              <a:rPr lang="en-US" dirty="0"/>
            </a:br>
            <a:r>
              <a:rPr lang="en-US" dirty="0"/>
              <a:t>A) It sends telemetry data continuously</a:t>
            </a:r>
            <a:br>
              <a:rPr lang="en-US" dirty="0"/>
            </a:br>
            <a:r>
              <a:rPr lang="en-US" b="1" dirty="0"/>
              <a:t>B) It initializes hardware once</a:t>
            </a:r>
            <a:br>
              <a:rPr lang="en-US" dirty="0"/>
            </a:br>
            <a:r>
              <a:rPr lang="en-US" dirty="0"/>
              <a:t>C) It controls the loop frequency</a:t>
            </a:r>
            <a:br>
              <a:rPr lang="en-US" dirty="0"/>
            </a:br>
            <a:r>
              <a:rPr lang="en-US" dirty="0"/>
              <a:t>D) It defines robot motor behavior during autonomous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Which of the following is </a:t>
            </a:r>
            <a:r>
              <a:rPr lang="en-US" b="1" dirty="0"/>
              <a:t>not</a:t>
            </a:r>
            <a:r>
              <a:rPr lang="en-US" dirty="0"/>
              <a:t> a primitive data type in Java?</a:t>
            </a:r>
            <a:br>
              <a:rPr lang="en-US" dirty="0"/>
            </a:br>
            <a:r>
              <a:rPr lang="en-US" dirty="0"/>
              <a:t>A) int</a:t>
            </a:r>
            <a:br>
              <a:rPr lang="en-US" dirty="0"/>
            </a:br>
            <a:r>
              <a:rPr lang="en-US" dirty="0"/>
              <a:t>B) double</a:t>
            </a:r>
            <a:br>
              <a:rPr lang="en-US" dirty="0"/>
            </a:br>
            <a:r>
              <a:rPr lang="en-US" b="1" dirty="0"/>
              <a:t>C) String</a:t>
            </a:r>
            <a:br>
              <a:rPr lang="en-US" dirty="0"/>
            </a:br>
            <a:r>
              <a:rPr lang="en-US" dirty="0"/>
              <a:t>D) </a:t>
            </a:r>
            <a:r>
              <a:rPr lang="en-US" dirty="0" err="1"/>
              <a:t>boolean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value will be stored in int result = 7 / 2;?</a:t>
            </a:r>
            <a:br>
              <a:rPr lang="en-US" dirty="0"/>
            </a:br>
            <a:r>
              <a:rPr lang="en-US" dirty="0"/>
              <a:t>A) 3.5</a:t>
            </a:r>
            <a:br>
              <a:rPr lang="en-US" dirty="0"/>
            </a:br>
            <a:r>
              <a:rPr lang="en-US" dirty="0"/>
              <a:t>B) 4</a:t>
            </a:r>
            <a:br>
              <a:rPr lang="en-US" dirty="0"/>
            </a:br>
            <a:r>
              <a:rPr lang="en-US" b="1" dirty="0"/>
              <a:t>C) 3</a:t>
            </a:r>
            <a:br>
              <a:rPr lang="en-US" dirty="0"/>
            </a:br>
            <a:r>
              <a:rPr lang="en-US" dirty="0"/>
              <a:t>D) 2.5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ECF8B8-B88E-599C-4F31-58BF78C65279}"/>
              </a:ext>
            </a:extLst>
          </p:cNvPr>
          <p:cNvSpPr txBox="1"/>
          <p:nvPr/>
        </p:nvSpPr>
        <p:spPr>
          <a:xfrm>
            <a:off x="6095999" y="136525"/>
            <a:ext cx="6096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In FTC programming, which of the following gamepad elements returns a double value?</a:t>
            </a:r>
            <a:br>
              <a:rPr lang="en-US" dirty="0"/>
            </a:br>
            <a:r>
              <a:rPr lang="en-US" dirty="0"/>
              <a:t>A) gamepad1.a</a:t>
            </a:r>
            <a:br>
              <a:rPr lang="en-US" dirty="0"/>
            </a:br>
            <a:r>
              <a:rPr lang="en-US" dirty="0"/>
              <a:t>B) gamepad1.b</a:t>
            </a:r>
            <a:br>
              <a:rPr lang="en-US" dirty="0"/>
            </a:br>
            <a:r>
              <a:rPr lang="en-US" b="1" dirty="0"/>
              <a:t>C) gamepad1.left_stick_y</a:t>
            </a:r>
            <a:br>
              <a:rPr lang="en-US" dirty="0"/>
            </a:br>
            <a:r>
              <a:rPr lang="en-US" dirty="0"/>
              <a:t>D) gamepad1.dpad_left</a:t>
            </a:r>
          </a:p>
          <a:p>
            <a:pPr marL="342900" indent="-342900">
              <a:buFont typeface="+mj-lt"/>
              <a:buAutoNum type="arabicPeriod" startAt="4"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What is the purpose of using @Override in your OpMode code?</a:t>
            </a:r>
            <a:br>
              <a:rPr lang="en-US" dirty="0"/>
            </a:br>
            <a:r>
              <a:rPr lang="en-US" dirty="0"/>
              <a:t>A) It allows loop to run twice as fast</a:t>
            </a:r>
            <a:br>
              <a:rPr lang="en-US" dirty="0"/>
            </a:br>
            <a:r>
              <a:rPr lang="en-US" dirty="0"/>
              <a:t>B) It disables methods</a:t>
            </a:r>
            <a:br>
              <a:rPr lang="en-US" dirty="0"/>
            </a:br>
            <a:r>
              <a:rPr lang="en-US" b="1" dirty="0"/>
              <a:t>C) It informs the compiler you are replacing a superclass method</a:t>
            </a:r>
            <a:br>
              <a:rPr lang="en-US" dirty="0"/>
            </a:br>
            <a:r>
              <a:rPr lang="en-US" dirty="0"/>
              <a:t>D) It initializes all variables, overriding class variables</a:t>
            </a:r>
          </a:p>
          <a:p>
            <a:pPr marL="342900" indent="-342900">
              <a:buFont typeface="+mj-lt"/>
              <a:buAutoNum type="arabicPeriod" startAt="4"/>
            </a:pPr>
            <a:endParaRPr 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dirty="0"/>
              <a:t>When configuring motor control, why is it </a:t>
            </a:r>
            <a:r>
              <a:rPr lang="en-US" b="1" dirty="0"/>
              <a:t>not</a:t>
            </a:r>
            <a:r>
              <a:rPr lang="en-US" dirty="0"/>
              <a:t> ideal set motor properties directly inside the loop() method?</a:t>
            </a:r>
            <a:br>
              <a:rPr lang="en-US" dirty="0"/>
            </a:br>
            <a:r>
              <a:rPr lang="en-US" b="1" dirty="0"/>
              <a:t>A) It slows the robot down</a:t>
            </a:r>
            <a:br>
              <a:rPr lang="en-US" dirty="0"/>
            </a:br>
            <a:r>
              <a:rPr lang="en-US" dirty="0"/>
              <a:t>B) It violates encapsulation principles and is less reusable</a:t>
            </a:r>
            <a:br>
              <a:rPr lang="en-US" dirty="0"/>
            </a:br>
            <a:r>
              <a:rPr lang="en-US" dirty="0"/>
              <a:t>C) It disables telemetry</a:t>
            </a:r>
            <a:br>
              <a:rPr lang="en-US" dirty="0"/>
            </a:br>
            <a:r>
              <a:rPr lang="en-US" dirty="0"/>
              <a:t>D) It's required by the SDK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4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86DB-0F5C-CF62-C2CB-E740733EF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744C-29D7-38DD-38AE-C1AC1CCF5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246"/>
            <a:ext cx="10515600" cy="1325563"/>
          </a:xfrm>
        </p:spPr>
        <p:txBody>
          <a:bodyPr/>
          <a:lstStyle/>
          <a:p>
            <a:r>
              <a:rPr lang="en-US" dirty="0"/>
              <a:t>Tell me what you know: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859E5-5AA7-0EE2-D67B-5FA8194A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E5A4B-7DCF-C092-2106-ABFD99C7DF8B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Telling me what you know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E4D8A7-2E74-254C-1A7A-146655E97506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CEA16-C6AC-ECDA-8334-3ABF5D21DB94}"/>
              </a:ext>
            </a:extLst>
          </p:cNvPr>
          <p:cNvSpPr txBox="1"/>
          <p:nvPr/>
        </p:nvSpPr>
        <p:spPr>
          <a:xfrm>
            <a:off x="650544" y="1012954"/>
            <a:ext cx="108909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7"/>
            </a:pPr>
            <a:r>
              <a:rPr lang="en-US" sz="2800" dirty="0"/>
              <a:t>Briefly describe the difference between a TeleOp and an Autonomous OpMode. Include when each is used and how they differ structurally.</a:t>
            </a:r>
          </a:p>
          <a:p>
            <a:pPr marL="342900" indent="-342900">
              <a:buFont typeface="+mj-lt"/>
              <a:buAutoNum type="arabicPeriod" startAt="7"/>
            </a:pPr>
            <a:endParaRPr lang="en-US" sz="2800" dirty="0"/>
          </a:p>
          <a:p>
            <a:pPr marL="342900" indent="-342900">
              <a:buFont typeface="+mj-lt"/>
              <a:buAutoNum type="arabicPeriod" startAt="7"/>
            </a:pPr>
            <a:r>
              <a:rPr lang="en-US" sz="2800" dirty="0"/>
              <a:t>Explain how encapsulation is used when designing robot subsystems in FTC Java programming. Include how access modifiers like private and public help structure your code.</a:t>
            </a:r>
          </a:p>
          <a:p>
            <a:pPr marL="342900" indent="-342900">
              <a:buFont typeface="+mj-lt"/>
              <a:buAutoNum type="arabicPeriod" startAt="7"/>
            </a:pPr>
            <a:endParaRPr lang="en-US" sz="2800" dirty="0"/>
          </a:p>
          <a:p>
            <a:pPr marL="342900" indent="-342900">
              <a:buFont typeface="+mj-lt"/>
              <a:buAutoNum type="arabicPeriod" startAt="7"/>
            </a:pPr>
            <a:r>
              <a:rPr lang="en-US" sz="2800" dirty="0"/>
              <a:t>Explain what a class is in Java and describe how classes are used in FTC programming to organize robot code. Provide an example of a class you might create for a robot subsystem.</a:t>
            </a:r>
          </a:p>
        </p:txBody>
      </p:sp>
    </p:spTree>
    <p:extLst>
      <p:ext uri="{BB962C8B-B14F-4D97-AF65-F5344CB8AC3E}">
        <p14:creationId xmlns:p14="http://schemas.microsoft.com/office/powerpoint/2010/main" val="399555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5665-1D08-15C6-21C7-9BF8FBA4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D576-F6D8-C1C3-70DC-3B928FEA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246"/>
            <a:ext cx="10515600" cy="1325563"/>
          </a:xfrm>
        </p:spPr>
        <p:txBody>
          <a:bodyPr/>
          <a:lstStyle/>
          <a:p>
            <a:r>
              <a:rPr lang="en-US" dirty="0"/>
              <a:t>Tell me what you know: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83C9-D59F-047A-7C1F-A4EBB6CF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A575C-5F9D-4025-1825-A8B70C0322DD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Telling me what you know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A9405F-E813-DF22-41B2-407CAC77B3F5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70998-D467-1927-F5A9-9E08E7CB4FED}"/>
              </a:ext>
            </a:extLst>
          </p:cNvPr>
          <p:cNvSpPr txBox="1"/>
          <p:nvPr/>
        </p:nvSpPr>
        <p:spPr>
          <a:xfrm>
            <a:off x="650544" y="1874728"/>
            <a:ext cx="108909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sz="2800" dirty="0"/>
              <a:t>What is inheritance in Java? How does the concept of inheritance apply to FTC </a:t>
            </a:r>
            <a:r>
              <a:rPr lang="en-US" sz="2800" dirty="0" err="1"/>
              <a:t>OpModes</a:t>
            </a:r>
            <a:r>
              <a:rPr lang="en-US" sz="2800" dirty="0"/>
              <a:t>, particularly in how you write a class that extends OpMode?</a:t>
            </a:r>
          </a:p>
          <a:p>
            <a:pPr marL="342900" indent="-342900">
              <a:buFont typeface="+mj-lt"/>
              <a:buAutoNum type="arabicPeriod" startAt="10"/>
            </a:pPr>
            <a:endParaRPr lang="en-US" sz="2800" dirty="0"/>
          </a:p>
          <a:p>
            <a:pPr marL="342900" indent="-342900">
              <a:buFont typeface="+mj-lt"/>
              <a:buAutoNum type="arabicPeriod" startAt="10"/>
            </a:pPr>
            <a:r>
              <a:rPr lang="en-US" sz="2800" dirty="0"/>
              <a:t> Describe the standard naming conventions for variables in Java. Why is it important to follow these conventions in FTC code, especially when collaborating with teammates?</a:t>
            </a:r>
          </a:p>
        </p:txBody>
      </p:sp>
    </p:spTree>
    <p:extLst>
      <p:ext uri="{BB962C8B-B14F-4D97-AF65-F5344CB8AC3E}">
        <p14:creationId xmlns:p14="http://schemas.microsoft.com/office/powerpoint/2010/main" val="294779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5B4AF-1387-5225-23BF-21FA948AF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F32E-E29C-75AE-6890-DEEBD98B1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From Android Studio to the robot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E6A6C-A7B0-3BCC-2B09-A5BE19B9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0673"/>
          </a:xfrm>
        </p:spPr>
        <p:txBody>
          <a:bodyPr/>
          <a:lstStyle/>
          <a:p>
            <a:r>
              <a:rPr lang="en-US" dirty="0"/>
              <a:t>Let’s go!!!!!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58B26-F464-E43C-0B46-D6215177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2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0758-4FE3-E6A0-C54A-CCEAD0F4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23BD2-F1D6-956E-B2AC-558464F0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9</a:t>
            </a:fld>
            <a:endParaRPr lang="en-US" dirty="0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F8D2C0-B6FF-757D-FBC0-339080C9F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926501" cy="66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73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EC3F6-6E49-32B8-8786-F721BED82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70B46-3F3B-C7B8-F7A6-FB33D3E87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10</a:t>
            </a:fld>
            <a:endParaRPr lang="en-US" dirty="0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EA3CF2-B3C7-C17A-59F5-5A69BB53F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4707735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11A301-DFEF-D1A4-E641-3ED8EB578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039" y="474563"/>
            <a:ext cx="10538961" cy="638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53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0ACF-9DC8-E9FC-DA1F-6625B3D4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83F7-2207-B0DA-835D-C149A185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11</a:t>
            </a:fld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6436DF-60B6-F7D5-E886-6759BA739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73" y="0"/>
            <a:ext cx="7772400" cy="4707735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8DAA0C-1FF0-A9DD-CF0F-E01804AD0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976" y="1840375"/>
            <a:ext cx="8284024" cy="501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73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0068F-2B4F-91AC-0578-B1C12B857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2D5F1-FBA2-2100-9476-4A196C15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12</a:t>
            </a:fld>
            <a:endParaRPr lang="en-US" dirty="0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D34570-244C-11EE-5D21-2A897597D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018"/>
            <a:ext cx="11367062" cy="688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590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DBC9-DB5A-7786-9746-1255AE6F6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E6B53-F53D-5657-F318-960993B2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13</a:t>
            </a:fld>
            <a:endParaRPr lang="en-US" dirty="0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2DF603-8654-C992-94AB-B546CA962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018"/>
            <a:ext cx="11367062" cy="688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26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45F55-2ED8-8B16-8E61-06CFAE7B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A834D-376D-2BB0-5E95-0C1D15ED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4BFF9-8466-D47A-1DFE-78CBCF22CD98}"/>
              </a:ext>
            </a:extLst>
          </p:cNvPr>
          <p:cNvSpPr txBox="1"/>
          <p:nvPr/>
        </p:nvSpPr>
        <p:spPr>
          <a:xfrm>
            <a:off x="0" y="0"/>
            <a:ext cx="23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(Connect to the robot)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1BA30F-C281-A8E9-3FE7-B80B23BF0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7" y="369332"/>
            <a:ext cx="10833904" cy="656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67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7163-C253-0971-5A75-F3C90098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BBCF8-7715-A495-3106-975B59BE0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0E1A26-B5DD-F3FD-1CF1-1C0F95ED38E4}"/>
              </a:ext>
            </a:extLst>
          </p:cNvPr>
          <p:cNvSpPr txBox="1"/>
          <p:nvPr/>
        </p:nvSpPr>
        <p:spPr>
          <a:xfrm>
            <a:off x="0" y="0"/>
            <a:ext cx="237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(Connect to the robot)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2616E9-0DD2-1566-8FCC-7C86CA54A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47" y="369332"/>
            <a:ext cx="5567423" cy="3372183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0BE47EF-0482-3B87-EA61-AB158D06B0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3" b="70823"/>
          <a:stretch/>
        </p:blipFill>
        <p:spPr>
          <a:xfrm>
            <a:off x="-3388964" y="4110847"/>
            <a:ext cx="15580964" cy="2747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1E2711-18A4-B4DE-4B9A-BC730C9CE6DF}"/>
              </a:ext>
            </a:extLst>
          </p:cNvPr>
          <p:cNvSpPr txBox="1"/>
          <p:nvPr/>
        </p:nvSpPr>
        <p:spPr>
          <a:xfrm rot="20207843">
            <a:off x="5625630" y="3625112"/>
            <a:ext cx="32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&lt;-- Should say Rev something</a:t>
            </a:r>
            <a:r>
              <a:rPr lang="en-US" dirty="0">
                <a:highlight>
                  <a:srgbClr val="000000"/>
                </a:highlight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1457695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B4CE-9E9A-A216-CEE6-086E1BBD2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3A53-2791-03AB-2B8F-1794ACCD09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Servos – Intake &amp; Outtake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7802F-81A0-A04E-2C4C-E2990A9B5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0673"/>
          </a:xfrm>
        </p:spPr>
        <p:txBody>
          <a:bodyPr/>
          <a:lstStyle/>
          <a:p>
            <a:r>
              <a:rPr lang="en-US" dirty="0"/>
              <a:t>Motors but basic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135E5-D5CC-5F49-F6B0-296BCAAC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095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3044D-89BF-1725-6212-C91B679F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2B68-2040-E2B4-AAF6-4345117D2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Servos, motors but different…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42C38-A80D-6E8D-56DB-1893D8C7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31CB2-D3A0-BE72-9CEE-3C3F26410030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8DF8B-F1F4-AF6D-CF7E-666D3F3A6E53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631782-AE1E-8F7F-A15D-46E924478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49" y="1026268"/>
            <a:ext cx="10821838" cy="171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51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CEE10-96D3-5B22-090D-F73388FC7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838F-5D1F-4C0E-490D-C96662C70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Servos, motors but different…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B7CD4-4D71-C10A-9E00-F24A0FAC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A0395-5BE3-C21A-415F-202ED1DB744B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BD588-E4A3-E8CD-81BB-7461EB239AFA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2531FB-2AFD-35FB-34ED-0A27A4AF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817384"/>
            <a:ext cx="10477775" cy="16490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FC86BA-6598-7C5E-E171-A65B5B5CF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49" y="1026268"/>
            <a:ext cx="10821838" cy="171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69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78F94-8FCC-3DBE-3476-E01D8987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52EA5-02D4-F631-6493-6841D973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Servos, motors but different…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2410B-AA9F-030B-4AD0-FFCD7CE1B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1E9CA-5FA1-7B6B-3386-0C2B1D46F1A1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8846E-D817-EE8D-9B4C-76ED8FADD1DC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401B0B-E86E-9323-9AF7-E8A5F6BD7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05" y="2603582"/>
            <a:ext cx="9064388" cy="41178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24F9F0-8FA3-846C-4836-350DB751F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12" y="961289"/>
            <a:ext cx="10477775" cy="16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52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EBF0-AC2C-77FA-5AB6-F3A4A7E1F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D441-A4B0-CA5D-7E50-4E644C314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Servos, motors but different…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09B48-A434-B498-B186-775021CA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E00E53-B234-674E-2F4F-565FFFBEFB47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DDC9BA-F838-A621-CB26-9332F600C95D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AC358F-51E2-CA2F-859C-CC923D9F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11" y="931421"/>
            <a:ext cx="7772400" cy="3530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4E74C7-EB13-F825-20AE-484679DEF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6931"/>
            <a:ext cx="13559733" cy="287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30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E1D36-1327-9822-5B0E-1C0E2017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6A3D6-2598-6221-5732-DDC41CD3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Servos – The claw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04301-D26B-77CC-39F2-6F447E81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F7EE9-3C77-C137-E0A7-AD52441D07E8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1C2F21-CEAB-5D42-302E-F2883F2D5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156" y="933055"/>
            <a:ext cx="6112156" cy="56246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6BB863-AAD9-368A-B334-06C977B17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7008"/>
            <a:ext cx="6265463" cy="43567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22C18E-0DBF-CF5F-4BC6-52EE723E76B8}"/>
              </a:ext>
            </a:extLst>
          </p:cNvPr>
          <p:cNvSpPr txBox="1"/>
          <p:nvPr/>
        </p:nvSpPr>
        <p:spPr>
          <a:xfrm>
            <a:off x="3261736" y="3633873"/>
            <a:ext cx="3304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sym typeface="Wingdings" pitchFamily="2" charset="2"/>
              </a:rPr>
              <a:t> </a:t>
            </a:r>
            <a:r>
              <a:rPr lang="en-US" sz="1400" dirty="0">
                <a:solidFill>
                  <a:schemeClr val="bg1"/>
                </a:solidFill>
              </a:rPr>
              <a:t>Not needed but generally nice to have</a:t>
            </a:r>
          </a:p>
        </p:txBody>
      </p:sp>
    </p:spTree>
    <p:extLst>
      <p:ext uri="{BB962C8B-B14F-4D97-AF65-F5344CB8AC3E}">
        <p14:creationId xmlns:p14="http://schemas.microsoft.com/office/powerpoint/2010/main" val="2233380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E5452-EB33-41F9-97B8-120346A6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683A-7771-83B0-366C-8747D0EEC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Servos – The claw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7F616-15B7-1AF4-C617-0C44D831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66FF0-A73A-36BA-691A-7E97B119DC20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CE3EB-DA63-431B-8681-FEBC159F08BA}"/>
              </a:ext>
            </a:extLst>
          </p:cNvPr>
          <p:cNvSpPr txBox="1"/>
          <p:nvPr/>
        </p:nvSpPr>
        <p:spPr>
          <a:xfrm>
            <a:off x="177421" y="1286350"/>
            <a:ext cx="118371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Now you!				</a:t>
            </a:r>
            <a:r>
              <a:rPr lang="en-US" dirty="0"/>
              <a:t>This might help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C</a:t>
            </a:r>
            <a:r>
              <a:rPr lang="en-US" dirty="0" err="1"/>
              <a:t>onstants.ClawConstants.CLAW_SERVO_ID</a:t>
            </a:r>
            <a:endParaRPr lang="en-US" dirty="0"/>
          </a:p>
          <a:p>
            <a:r>
              <a:rPr lang="en-US" sz="2800" dirty="0"/>
              <a:t>Can you make a servo subsystem that will…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Go to position 1 when gamepad1 a button pressed.</a:t>
            </a:r>
          </a:p>
          <a:p>
            <a:pPr marL="342900" indent="-342900">
              <a:buAutoNum type="arabicPeriod"/>
            </a:pPr>
            <a:r>
              <a:rPr lang="en-US" sz="2800" dirty="0"/>
              <a:t>Go to position 0 when gamepad1 b button pressed.</a:t>
            </a:r>
          </a:p>
          <a:p>
            <a:pPr marL="342900" indent="-342900">
              <a:buAutoNum type="arabicPeriod"/>
            </a:pPr>
            <a:r>
              <a:rPr lang="en-US" sz="2800" dirty="0"/>
              <a:t>Go to position 0.5 if the user isn’t actively holding down a or b.</a:t>
            </a:r>
          </a:p>
          <a:p>
            <a:pPr marL="342900" indent="-342900">
              <a:buAutoNum type="arabicPeriod"/>
            </a:pPr>
            <a:r>
              <a:rPr lang="en-US" sz="2800" dirty="0"/>
              <a:t>Go to a position based on the left y joystick.</a:t>
            </a:r>
          </a:p>
          <a:p>
            <a:endParaRPr lang="en-US" sz="2800" dirty="0"/>
          </a:p>
          <a:p>
            <a:r>
              <a:rPr lang="en-US" sz="2800" dirty="0"/>
              <a:t>Note that you don’t need to consider the user </a:t>
            </a:r>
          </a:p>
          <a:p>
            <a:r>
              <a:rPr lang="en-US" sz="2800" dirty="0"/>
              <a:t>pressing multiple buttons at once. </a:t>
            </a:r>
          </a:p>
        </p:txBody>
      </p:sp>
    </p:spTree>
    <p:extLst>
      <p:ext uri="{BB962C8B-B14F-4D97-AF65-F5344CB8AC3E}">
        <p14:creationId xmlns:p14="http://schemas.microsoft.com/office/powerpoint/2010/main" val="790412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94AC-6EF4-8103-6A76-0284DE96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2A3A-72E8-42AF-34B7-1F97CCE8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Servos – The claw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CCF28-4ACF-3F9C-EA30-BC27E7A5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06C07-E3F5-ACA6-A2DB-A3ABEEAD3CBB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Servos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840F9F-6615-1A31-9920-7A15FD28D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15" y="839377"/>
            <a:ext cx="8411570" cy="601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77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5207-3EF7-350D-353A-17416C05D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92278-4786-BDC6-FF0A-E293F1E65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Gamepad layout thoughts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1E3ED-3AD0-E2B2-3353-4253A75AF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0673"/>
          </a:xfrm>
        </p:spPr>
        <p:txBody>
          <a:bodyPr/>
          <a:lstStyle/>
          <a:p>
            <a:r>
              <a:rPr lang="en-US" dirty="0"/>
              <a:t>It’s just this slide lol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D8489-45E8-F074-DAF6-2C8885E3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79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C1EC3-3580-D6E8-46E3-F5C640B1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DE37-79BF-808A-E25D-9318B8C24C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Elevator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333E6-0397-AED6-E8C0-A636DA190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5067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69595-5BEF-2456-648F-C4815231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379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A258-7010-FFD1-BD3E-568D5930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9C43-59E4-858A-66E2-D4B10AF2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Elevator – Motors with Encoders… Why?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C471-B2BB-A840-E5FF-D0BDA36B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EE63C-0A5B-1EF1-E605-FBE5E8B5ADEB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Elevator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70D23EA-46C2-CA10-1148-8C7B88BD6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21" y="963904"/>
            <a:ext cx="5323586" cy="5911516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2B35AF4-DF25-496E-566B-67A17F4C1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37" y="981323"/>
            <a:ext cx="6577263" cy="587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056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C12BE-3EF4-EC1A-F7A8-1296EFC6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577C-CABD-AC75-2B56-F0AA90844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21" y="0"/>
            <a:ext cx="10515600" cy="1325563"/>
          </a:xfrm>
        </p:spPr>
        <p:txBody>
          <a:bodyPr/>
          <a:lstStyle/>
          <a:p>
            <a:r>
              <a:rPr lang="en-US" dirty="0"/>
              <a:t>Elevator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8B2E4-3877-C87B-F71C-243AD9D9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03FBF-A070-1F02-376D-AE005C607234}"/>
              </a:ext>
            </a:extLst>
          </p:cNvPr>
          <p:cNvSpPr txBox="1"/>
          <p:nvPr/>
        </p:nvSpPr>
        <p:spPr>
          <a:xfrm>
            <a:off x="0" y="6488668"/>
            <a:ext cx="477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Elevator</a:t>
            </a: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29F47D1-60E1-B236-3471-F6493FD3E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152" y="-16176"/>
            <a:ext cx="8968648" cy="692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6604-817D-9CED-525D-4E3FC26F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FF3C-40EC-4829-50D2-C640779807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Starting the Grand Reprogram!!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08A79-F759-C710-6730-8B03359E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B3D6E84-32AE-A569-204C-7871E53D9C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99% of Programming is being your own teacher. I’ve gotten you over 50% there and given you all the answers. Can you fill in the rest?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/Mallen220/Java-For-</a:t>
            </a:r>
            <a:r>
              <a:rPr lang="en-US" dirty="0" err="1"/>
              <a:t>FTC.git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2AA71-2147-3B0F-458F-9B91C2ED2185}"/>
              </a:ext>
            </a:extLst>
          </p:cNvPr>
          <p:cNvSpPr txBox="1"/>
          <p:nvPr/>
        </p:nvSpPr>
        <p:spPr>
          <a:xfrm>
            <a:off x="2776557" y="5798145"/>
            <a:ext cx="6638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meant to make you familiar with our robot and how to program it.  I’ve added 2 optional bonus sections (FOD and Auto) for even better understanding of Java in FTC if you would like. </a:t>
            </a:r>
          </a:p>
        </p:txBody>
      </p:sp>
    </p:spTree>
    <p:extLst>
      <p:ext uri="{BB962C8B-B14F-4D97-AF65-F5344CB8AC3E}">
        <p14:creationId xmlns:p14="http://schemas.microsoft.com/office/powerpoint/2010/main" val="3667558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1105</Words>
  <Application>Microsoft Macintosh PowerPoint</Application>
  <PresentationFormat>Widescreen</PresentationFormat>
  <Paragraphs>122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Wingdings</vt:lpstr>
      <vt:lpstr>Office Theme</vt:lpstr>
      <vt:lpstr>Java for FTC</vt:lpstr>
      <vt:lpstr>Overview</vt:lpstr>
      <vt:lpstr>Tell me what you know what you really really know</vt:lpstr>
      <vt:lpstr>Tell me what you know:</vt:lpstr>
      <vt:lpstr>Tell me what you know:</vt:lpstr>
      <vt:lpstr>Tell me what you know:</vt:lpstr>
      <vt:lpstr>Tell me what you know:</vt:lpstr>
      <vt:lpstr>From Android Studio to the robot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Servos – Intake &amp; Outtake</vt:lpstr>
      <vt:lpstr>Servos, motors but different…</vt:lpstr>
      <vt:lpstr>Servos, motors but different…</vt:lpstr>
      <vt:lpstr>Servos, motors but different…</vt:lpstr>
      <vt:lpstr>Servos, motors but different…</vt:lpstr>
      <vt:lpstr>Servos – The claw</vt:lpstr>
      <vt:lpstr>Servos – The claw</vt:lpstr>
      <vt:lpstr>Servos – The claw</vt:lpstr>
      <vt:lpstr>Gamepad layout thoughts</vt:lpstr>
      <vt:lpstr>Elevator</vt:lpstr>
      <vt:lpstr>Elevator – Motors with Encoders… Why?</vt:lpstr>
      <vt:lpstr>Elevator</vt:lpstr>
      <vt:lpstr>Starting the Grand Reprogram!!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Allen, Matthew</dc:creator>
  <cp:lastModifiedBy>Allen, Matthew</cp:lastModifiedBy>
  <cp:revision>86</cp:revision>
  <dcterms:created xsi:type="dcterms:W3CDTF">2025-03-03T17:48:21Z</dcterms:created>
  <dcterms:modified xsi:type="dcterms:W3CDTF">2025-04-30T15:32:58Z</dcterms:modified>
</cp:coreProperties>
</file>